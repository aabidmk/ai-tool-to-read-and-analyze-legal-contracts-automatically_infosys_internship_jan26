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3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4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7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3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77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36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02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7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52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8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83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262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972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90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232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123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9318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4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39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AE4D-2CFA-C3CF-F35F-38A393DE6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Infosys Springboard</a:t>
            </a:r>
            <a:br>
              <a:rPr lang="en-US" dirty="0"/>
            </a:br>
            <a:r>
              <a:rPr lang="en-IN" dirty="0"/>
              <a:t>AI Contract Analyzer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B89FEB-D50A-F694-4AD4-9F41369C48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D53CA7-6C02-A098-693C-9F72FA27C44A}"/>
              </a:ext>
            </a:extLst>
          </p:cNvPr>
          <p:cNvSpPr txBox="1"/>
          <p:nvPr/>
        </p:nvSpPr>
        <p:spPr>
          <a:xfrm>
            <a:off x="5565057" y="4916580"/>
            <a:ext cx="28672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Created by : Rishi Raj Singh          </a:t>
            </a:r>
          </a:p>
          <a:p>
            <a:r>
              <a:rPr lang="en-US" dirty="0"/>
              <a:t>Date : 05/03/2026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58C838-A4E2-1A15-9E57-D98DCD2F5DD2}"/>
              </a:ext>
            </a:extLst>
          </p:cNvPr>
          <p:cNvSpPr txBox="1"/>
          <p:nvPr/>
        </p:nvSpPr>
        <p:spPr>
          <a:xfrm>
            <a:off x="1088923" y="4916580"/>
            <a:ext cx="2716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Submitted To : </a:t>
            </a:r>
            <a:r>
              <a:rPr lang="en-IN" dirty="0"/>
              <a:t>Aabid M K</a:t>
            </a:r>
            <a:r>
              <a:rPr lang="en-US" dirty="0"/>
              <a:t>          </a:t>
            </a:r>
          </a:p>
          <a:p>
            <a:r>
              <a:rPr lang="en-US" dirty="0"/>
              <a:t> MENTOR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7354F2-2662-A9EC-258A-47F952BAB3C1}"/>
              </a:ext>
            </a:extLst>
          </p:cNvPr>
          <p:cNvSpPr txBox="1"/>
          <p:nvPr/>
        </p:nvSpPr>
        <p:spPr>
          <a:xfrm>
            <a:off x="2668229" y="2887982"/>
            <a:ext cx="40238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AI Tool to Read and </a:t>
            </a:r>
            <a:r>
              <a:rPr lang="en-IN" sz="2000" dirty="0" err="1"/>
              <a:t>Analyze</a:t>
            </a:r>
            <a:r>
              <a:rPr lang="en-IN" sz="2000" dirty="0"/>
              <a:t> Legal Contracts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327933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 Contract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592712"/>
            <a:ext cx="6798736" cy="3342420"/>
          </a:xfrm>
        </p:spPr>
        <p:txBody>
          <a:bodyPr/>
          <a:lstStyle/>
          <a:p>
            <a:r>
              <a:rPr dirty="0"/>
              <a:t>Automated Legal Contract Analysis using Vector Search, LLMs, </a:t>
            </a:r>
            <a:r>
              <a:rPr dirty="0" err="1"/>
              <a:t>LangGraph</a:t>
            </a:r>
            <a:r>
              <a:rPr dirty="0"/>
              <a:t>, </a:t>
            </a:r>
            <a:r>
              <a:rPr dirty="0" err="1"/>
              <a:t>FastAPI</a:t>
            </a:r>
            <a:r>
              <a:rPr dirty="0"/>
              <a:t>, and a Modern AI Dashboard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2BC4CC7-5CCC-0325-27BF-AFE1F43B1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AI system that analyzes legal contracts, retrieves similar clauses, performs expert-style analysis, and generates a professional legal review report.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C9E8959-598F-3EF9-1CD1-E8458D756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contract review is slow and error‑prone.</a:t>
            </a:r>
          </a:p>
          <a:p>
            <a:r>
              <a:t>Legal experts must identify risks, missing clauses, and compliance issues.</a:t>
            </a:r>
          </a:p>
          <a:p>
            <a:r>
              <a:t>The goal is to automate contract analysis using AI.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94EE459-CE21-39AF-3B28-C6DBC1C8E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Document Upload → Vector Retrieval → LLM Analysis → Role-based Expert Review → Final Report → API + UI Dashboard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4FE9657-2BEE-98DB-4F6A-BEF26F432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Database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Clause dataset stored in clause.json</a:t>
            </a:r>
          </a:p>
          <a:p>
            <a:r>
              <a:t>Embeddings created using sentence-transformers</a:t>
            </a:r>
          </a:p>
          <a:p>
            <a:r>
              <a:t>Stored in Chroma Vector Database</a:t>
            </a:r>
          </a:p>
          <a:p>
            <a:r>
              <a:t>Used for similarity-based clause retrieval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9E646C5-B257-9FB8-59FF-E67576B04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Similarity-Based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contract text converted to embeddings</a:t>
            </a:r>
          </a:p>
          <a:p>
            <a:r>
              <a:t>Top similar clauses retrieved from vector database</a:t>
            </a:r>
          </a:p>
          <a:p>
            <a:r>
              <a:t>Filtering applied based on contract type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D335E2C-E1C0-9F75-76FA-2CB94FEEA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Analyze Contract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compares user contract with retrieved clauses</a:t>
            </a:r>
          </a:p>
          <a:p>
            <a:r>
              <a:t>Detects inconsistencies</a:t>
            </a:r>
          </a:p>
          <a:p>
            <a:r>
              <a:t>Suggests improvements</a:t>
            </a:r>
          </a:p>
          <a:p>
            <a:r>
              <a:t>Identifies missing standard clauses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B3CE8B6-D802-176A-8AC7-20BC465E1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Role-Based Review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create_review_plan_node generates expert roles</a:t>
            </a:r>
          </a:p>
          <a:p>
            <a:r>
              <a:t>Examples:</a:t>
            </a:r>
          </a:p>
          <a:p>
            <a:r>
              <a:t>• Contract Lawyer</a:t>
            </a:r>
          </a:p>
          <a:p>
            <a:r>
              <a:t>• Compliance Officer</a:t>
            </a:r>
          </a:p>
          <a:p>
            <a:r>
              <a:t>• Risk Analyst</a:t>
            </a:r>
          </a:p>
          <a:p>
            <a:r>
              <a:t>• Financial Auditor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F2A3FF3-7148-94D3-FCBA-95BF858EA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Role-Based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execute_step_node performs expert review</a:t>
            </a:r>
          </a:p>
          <a:p>
            <a:r>
              <a:t>Each role analyzes contract from a different legal perspective</a:t>
            </a:r>
          </a:p>
          <a:p>
            <a:r>
              <a:t>Produces independent expert findings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34B362E-F75B-37A7-484C-F7FE8C472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Report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generate_final_report_node compiles results</a:t>
            </a:r>
          </a:p>
          <a:p>
            <a:r>
              <a:t>Creates professional structured report:</a:t>
            </a:r>
          </a:p>
          <a:p>
            <a:r>
              <a:t>Executive Summary</a:t>
            </a:r>
          </a:p>
          <a:p>
            <a:r>
              <a:t>Risk Assessment</a:t>
            </a:r>
          </a:p>
          <a:p>
            <a:r>
              <a:t>Missing Clauses</a:t>
            </a:r>
          </a:p>
          <a:p>
            <a:r>
              <a:t>Recommendations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C6B6CD5-08A0-73F6-6FED-CFDAB73C4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Endpoints:</a:t>
            </a:r>
          </a:p>
          <a:p>
            <a:r>
              <a:t>POST /analyze – Upload contract</a:t>
            </a:r>
          </a:p>
          <a:p>
            <a:r>
              <a:t>GET /result/{task_id} – Retrieve analysis</a:t>
            </a:r>
          </a:p>
          <a:p>
            <a:r>
              <a:t>Background processing runs LangGraph pipeline</a:t>
            </a:r>
          </a:p>
          <a:p>
            <a:r>
              <a:t>Task metadata and reports stored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466396B-9ADD-7043-9545-336B587A5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AI Dashboard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Minimal attractive interface</a:t>
            </a:r>
          </a:p>
          <a:p>
            <a:r>
              <a:t>Upload contracts</a:t>
            </a:r>
          </a:p>
          <a:p>
            <a:r>
              <a:t>Live processing status</a:t>
            </a:r>
          </a:p>
          <a:p>
            <a:r>
              <a:t>Vector search insights</a:t>
            </a:r>
          </a:p>
          <a:p>
            <a:r>
              <a:t>Role-based analysis</a:t>
            </a:r>
          </a:p>
          <a:p>
            <a:r>
              <a:t>Final report display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7905F58-03D5-0C0A-23E0-AC3D90427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A08C-BE26-66AC-CE8F-BF088519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03292B-2CAA-DC98-4B6F-323FBB92D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103" y="541829"/>
            <a:ext cx="8003458" cy="5774342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1365190-27B0-3158-E17E-E2F06CBDE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15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Python</a:t>
            </a:r>
          </a:p>
          <a:p>
            <a:r>
              <a:t>LangGraph</a:t>
            </a:r>
          </a:p>
          <a:p>
            <a:r>
              <a:t>Chroma Vector Database</a:t>
            </a:r>
          </a:p>
          <a:p>
            <a:r>
              <a:t>Sentence Transformers</a:t>
            </a:r>
          </a:p>
          <a:p>
            <a:r>
              <a:t>Ollama (phi3:mini LLM)</a:t>
            </a:r>
          </a:p>
          <a:p>
            <a:r>
              <a:t>FastAPI</a:t>
            </a:r>
          </a:p>
          <a:p>
            <a:r>
              <a:t>HTML / CSS / JavaScript UI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2924E77-A5A7-8A74-40EB-24817D6A6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User uploads contract</a:t>
            </a:r>
          </a:p>
          <a:p>
            <a:r>
              <a:t>2. Contract stored and task ID generated</a:t>
            </a:r>
          </a:p>
          <a:p>
            <a:r>
              <a:t>3. Vector DB retrieves similar clauses</a:t>
            </a:r>
          </a:p>
          <a:p>
            <a:r>
              <a:t>4. LLM analyzes differences</a:t>
            </a:r>
          </a:p>
          <a:p>
            <a:r>
              <a:t>5. Expert roles review contract</a:t>
            </a:r>
          </a:p>
          <a:p>
            <a:r>
              <a:t>6. Final report generated</a:t>
            </a:r>
          </a:p>
          <a:p>
            <a:r>
              <a:t>7. UI displays results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22894EE-4994-9537-730A-B66FB6FE9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contract review</a:t>
            </a:r>
          </a:p>
          <a:p>
            <a:r>
              <a:t>Automated legal insights</a:t>
            </a:r>
          </a:p>
          <a:p>
            <a:r>
              <a:t>Reduced manual workload</a:t>
            </a:r>
          </a:p>
          <a:p>
            <a:r>
              <a:t>Scalable AI-based legal analysis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BA211A1-F65D-0F02-293D-10D2B43BF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scoring system</a:t>
            </a:r>
          </a:p>
          <a:p>
            <a:r>
              <a:t>Clause similarity visualization</a:t>
            </a:r>
          </a:p>
          <a:p>
            <a:r>
              <a:t>Compliance checking engine</a:t>
            </a:r>
          </a:p>
          <a:p>
            <a:r>
              <a:t>PDF export for reports</a:t>
            </a:r>
          </a:p>
          <a:p>
            <a:r>
              <a:t>Multi-language contract analysis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63AF057-E35F-5769-50C4-EF667CC47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4" y="541829"/>
            <a:ext cx="1304013" cy="1025441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</TotalTime>
  <Words>427</Words>
  <Application>Microsoft Office PowerPoint</Application>
  <PresentationFormat>On-screen Show (4:3)</PresentationFormat>
  <Paragraphs>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Garamond</vt:lpstr>
      <vt:lpstr>Organic</vt:lpstr>
      <vt:lpstr>Infosys Springboard AI Contract Analyzer </vt:lpstr>
      <vt:lpstr>AI Contract Analyzer</vt:lpstr>
      <vt:lpstr>Project Objective</vt:lpstr>
      <vt:lpstr>Problem Statement</vt:lpstr>
      <vt:lpstr>System Architecture</vt:lpstr>
      <vt:lpstr>Vector Database Initialization</vt:lpstr>
      <vt:lpstr>Similarity-Based Retrieval</vt:lpstr>
      <vt:lpstr>Analyze Contract Node</vt:lpstr>
      <vt:lpstr>Role-Based Review Planning</vt:lpstr>
      <vt:lpstr>Parallel Role-Based Analysis</vt:lpstr>
      <vt:lpstr>Final Report Generation</vt:lpstr>
      <vt:lpstr>FastAPI Backend</vt:lpstr>
      <vt:lpstr>Modern AI Dashboard UI</vt:lpstr>
      <vt:lpstr>PowerPoint Presentation</vt:lpstr>
      <vt:lpstr>Technology Stack</vt:lpstr>
      <vt:lpstr>End-to-End Workflow</vt:lpstr>
      <vt:lpstr>Impact &amp; Benefits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RISHIRAJSINGH</dc:creator>
  <cp:keywords/>
  <dc:description>generated using python-pptx</dc:description>
  <cp:lastModifiedBy>Appicle Soft.</cp:lastModifiedBy>
  <cp:revision>4</cp:revision>
  <dcterms:created xsi:type="dcterms:W3CDTF">2013-01-27T09:14:16Z</dcterms:created>
  <dcterms:modified xsi:type="dcterms:W3CDTF">2026-03-09T00:39:22Z</dcterms:modified>
  <cp:category/>
</cp:coreProperties>
</file>